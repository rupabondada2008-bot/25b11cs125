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wanth Chowdary" userId="d78468c6494ca0f2" providerId="LiveId" clId="{7C7DD584-782C-4948-BB72-3C595C623310}"/>
    <pc:docChg chg="undo custSel addSld modSld">
      <pc:chgData name="Yashwanth Chowdary" userId="d78468c6494ca0f2" providerId="LiveId" clId="{7C7DD584-782C-4948-BB72-3C595C623310}" dt="2026-09-29T15:46:54.150" v="66" actId="5793"/>
      <pc:docMkLst>
        <pc:docMk/>
      </pc:docMkLst>
      <pc:sldChg chg="delSp mod">
        <pc:chgData name="Yashwanth Chowdary" userId="d78468c6494ca0f2" providerId="LiveId" clId="{7C7DD584-782C-4948-BB72-3C595C623310}" dt="2026-09-29T15:35:05.633" v="0" actId="478"/>
        <pc:sldMkLst>
          <pc:docMk/>
          <pc:sldMk cId="0" sldId="256"/>
        </pc:sldMkLst>
        <pc:spChg chg="del">
          <ac:chgData name="Yashwanth Chowdary" userId="d78468c6494ca0f2" providerId="LiveId" clId="{7C7DD584-782C-4948-BB72-3C595C623310}" dt="2026-09-29T15:35:05.633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Yashwanth Chowdary" userId="d78468c6494ca0f2" providerId="LiveId" clId="{7C7DD584-782C-4948-BB72-3C595C623310}" dt="2026-09-29T15:43:54.569" v="33" actId="478"/>
        <pc:sldMkLst>
          <pc:docMk/>
          <pc:sldMk cId="0" sldId="257"/>
        </pc:sldMkLst>
        <pc:spChg chg="mod">
          <ac:chgData name="Yashwanth Chowdary" userId="d78468c6494ca0f2" providerId="LiveId" clId="{7C7DD584-782C-4948-BB72-3C595C623310}" dt="2026-09-29T15:42:08.829" v="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shwanth Chowdary" userId="d78468c6494ca0f2" providerId="LiveId" clId="{7C7DD584-782C-4948-BB72-3C595C623310}" dt="2026-09-29T15:42:11.635" v="10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shwanth Chowdary" userId="d78468c6494ca0f2" providerId="LiveId" clId="{7C7DD584-782C-4948-BB72-3C595C623310}" dt="2026-09-29T15:43:45.278" v="2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Yashwanth Chowdary" userId="d78468c6494ca0f2" providerId="LiveId" clId="{7C7DD584-782C-4948-BB72-3C595C623310}" dt="2026-09-29T15:43:48.307" v="31" actId="20577"/>
          <ac:spMkLst>
            <pc:docMk/>
            <pc:sldMk cId="0" sldId="257"/>
            <ac:spMk id="7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35:15.929" v="1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Yashwanth Chowdary" userId="d78468c6494ca0f2" providerId="LiveId" clId="{7C7DD584-782C-4948-BB72-3C595C623310}" dt="2026-09-29T15:43:54.569" v="33" actId="478"/>
          <ac:spMkLst>
            <pc:docMk/>
            <pc:sldMk cId="0" sldId="257"/>
            <ac:spMk id="9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08.544" v="35" actId="478"/>
        <pc:sldMkLst>
          <pc:docMk/>
          <pc:sldMk cId="0" sldId="258"/>
        </pc:sldMkLst>
        <pc:spChg chg="del">
          <ac:chgData name="Yashwanth Chowdary" userId="d78468c6494ca0f2" providerId="LiveId" clId="{7C7DD584-782C-4948-BB72-3C595C623310}" dt="2026-09-29T15:44:06.864" v="34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44:08.544" v="35" actId="478"/>
          <ac:spMkLst>
            <pc:docMk/>
            <pc:sldMk cId="0" sldId="258"/>
            <ac:spMk id="13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12.725" v="36" actId="478"/>
        <pc:sldMkLst>
          <pc:docMk/>
          <pc:sldMk cId="0" sldId="259"/>
        </pc:sldMkLst>
        <pc:spChg chg="del">
          <ac:chgData name="Yashwanth Chowdary" userId="d78468c6494ca0f2" providerId="LiveId" clId="{7C7DD584-782C-4948-BB72-3C595C623310}" dt="2026-09-29T15:44:12.725" v="36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27.625" v="37" actId="478"/>
        <pc:sldMkLst>
          <pc:docMk/>
          <pc:sldMk cId="0" sldId="260"/>
        </pc:sldMkLst>
        <pc:spChg chg="del">
          <ac:chgData name="Yashwanth Chowdary" userId="d78468c6494ca0f2" providerId="LiveId" clId="{7C7DD584-782C-4948-BB72-3C595C623310}" dt="2026-09-29T15:44:27.625" v="37" actId="478"/>
          <ac:spMkLst>
            <pc:docMk/>
            <pc:sldMk cId="0" sldId="260"/>
            <ac:spMk id="10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33.888" v="38" actId="478"/>
        <pc:sldMkLst>
          <pc:docMk/>
          <pc:sldMk cId="0" sldId="261"/>
        </pc:sldMkLst>
        <pc:spChg chg="del">
          <ac:chgData name="Yashwanth Chowdary" userId="d78468c6494ca0f2" providerId="LiveId" clId="{7C7DD584-782C-4948-BB72-3C595C623310}" dt="2026-09-29T15:44:33.888" v="38" actId="478"/>
          <ac:spMkLst>
            <pc:docMk/>
            <pc:sldMk cId="0" sldId="261"/>
            <ac:spMk id="9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38.930" v="39" actId="478"/>
        <pc:sldMkLst>
          <pc:docMk/>
          <pc:sldMk cId="0" sldId="262"/>
        </pc:sldMkLst>
        <pc:spChg chg="del">
          <ac:chgData name="Yashwanth Chowdary" userId="d78468c6494ca0f2" providerId="LiveId" clId="{7C7DD584-782C-4948-BB72-3C595C623310}" dt="2026-09-29T15:44:38.930" v="39" actId="478"/>
          <ac:spMkLst>
            <pc:docMk/>
            <pc:sldMk cId="0" sldId="262"/>
            <ac:spMk id="8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43.646" v="40" actId="478"/>
        <pc:sldMkLst>
          <pc:docMk/>
          <pc:sldMk cId="0" sldId="263"/>
        </pc:sldMkLst>
        <pc:spChg chg="del">
          <ac:chgData name="Yashwanth Chowdary" userId="d78468c6494ca0f2" providerId="LiveId" clId="{7C7DD584-782C-4948-BB72-3C595C623310}" dt="2026-09-29T15:44:43.646" v="40" actId="478"/>
          <ac:spMkLst>
            <pc:docMk/>
            <pc:sldMk cId="0" sldId="263"/>
            <ac:spMk id="11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4:47.707" v="41" actId="478"/>
        <pc:sldMkLst>
          <pc:docMk/>
          <pc:sldMk cId="0" sldId="264"/>
        </pc:sldMkLst>
        <pc:spChg chg="del">
          <ac:chgData name="Yashwanth Chowdary" userId="d78468c6494ca0f2" providerId="LiveId" clId="{7C7DD584-782C-4948-BB72-3C595C623310}" dt="2026-09-29T15:44:47.707" v="41" actId="478"/>
          <ac:spMkLst>
            <pc:docMk/>
            <pc:sldMk cId="0" sldId="264"/>
            <ac:spMk id="9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07.370" v="42" actId="478"/>
        <pc:sldMkLst>
          <pc:docMk/>
          <pc:sldMk cId="0" sldId="265"/>
        </pc:sldMkLst>
        <pc:spChg chg="del">
          <ac:chgData name="Yashwanth Chowdary" userId="d78468c6494ca0f2" providerId="LiveId" clId="{7C7DD584-782C-4948-BB72-3C595C623310}" dt="2026-09-29T15:45:07.370" v="42" actId="478"/>
          <ac:spMkLst>
            <pc:docMk/>
            <pc:sldMk cId="0" sldId="265"/>
            <ac:spMk id="11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14.313" v="44" actId="478"/>
        <pc:sldMkLst>
          <pc:docMk/>
          <pc:sldMk cId="0" sldId="266"/>
        </pc:sldMkLst>
        <pc:spChg chg="del">
          <ac:chgData name="Yashwanth Chowdary" userId="d78468c6494ca0f2" providerId="LiveId" clId="{7C7DD584-782C-4948-BB72-3C595C623310}" dt="2026-09-29T15:45:14.313" v="44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45:11.219" v="43" actId="478"/>
          <ac:spMkLst>
            <pc:docMk/>
            <pc:sldMk cId="0" sldId="266"/>
            <ac:spMk id="10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17.727" v="45" actId="478"/>
        <pc:sldMkLst>
          <pc:docMk/>
          <pc:sldMk cId="0" sldId="267"/>
        </pc:sldMkLst>
        <pc:spChg chg="del">
          <ac:chgData name="Yashwanth Chowdary" userId="d78468c6494ca0f2" providerId="LiveId" clId="{7C7DD584-782C-4948-BB72-3C595C623310}" dt="2026-09-29T15:45:17.727" v="45" actId="478"/>
          <ac:spMkLst>
            <pc:docMk/>
            <pc:sldMk cId="0" sldId="267"/>
            <ac:spMk id="14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25.313" v="46" actId="478"/>
        <pc:sldMkLst>
          <pc:docMk/>
          <pc:sldMk cId="0" sldId="268"/>
        </pc:sldMkLst>
        <pc:spChg chg="del">
          <ac:chgData name="Yashwanth Chowdary" userId="d78468c6494ca0f2" providerId="LiveId" clId="{7C7DD584-782C-4948-BB72-3C595C623310}" dt="2026-09-29T15:45:25.313" v="46" actId="478"/>
          <ac:spMkLst>
            <pc:docMk/>
            <pc:sldMk cId="0" sldId="268"/>
            <ac:spMk id="7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31.637" v="48" actId="478"/>
        <pc:sldMkLst>
          <pc:docMk/>
          <pc:sldMk cId="0" sldId="269"/>
        </pc:sldMkLst>
        <pc:spChg chg="del">
          <ac:chgData name="Yashwanth Chowdary" userId="d78468c6494ca0f2" providerId="LiveId" clId="{7C7DD584-782C-4948-BB72-3C595C623310}" dt="2026-09-29T15:45:31.637" v="48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45:28.746" v="47" actId="478"/>
          <ac:spMkLst>
            <pc:docMk/>
            <pc:sldMk cId="0" sldId="269"/>
            <ac:spMk id="18" creationId="{00000000-0000-0000-0000-000000000000}"/>
          </ac:spMkLst>
        </pc:spChg>
      </pc:sldChg>
      <pc:sldChg chg="delSp mod">
        <pc:chgData name="Yashwanth Chowdary" userId="d78468c6494ca0f2" providerId="LiveId" clId="{7C7DD584-782C-4948-BB72-3C595C623310}" dt="2026-09-29T15:45:37.689" v="50" actId="478"/>
        <pc:sldMkLst>
          <pc:docMk/>
          <pc:sldMk cId="0" sldId="270"/>
        </pc:sldMkLst>
        <pc:spChg chg="del">
          <ac:chgData name="Yashwanth Chowdary" userId="d78468c6494ca0f2" providerId="LiveId" clId="{7C7DD584-782C-4948-BB72-3C595C623310}" dt="2026-09-29T15:45:37.689" v="50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45:34.778" v="49" actId="478"/>
          <ac:spMkLst>
            <pc:docMk/>
            <pc:sldMk cId="0" sldId="270"/>
            <ac:spMk id="10" creationId="{00000000-0000-0000-0000-000000000000}"/>
          </ac:spMkLst>
        </pc:spChg>
      </pc:sldChg>
      <pc:sldChg chg="delSp modSp mod">
        <pc:chgData name="Yashwanth Chowdary" userId="d78468c6494ca0f2" providerId="LiveId" clId="{7C7DD584-782C-4948-BB72-3C595C623310}" dt="2026-09-29T15:45:57.383" v="55"/>
        <pc:sldMkLst>
          <pc:docMk/>
          <pc:sldMk cId="0" sldId="271"/>
        </pc:sldMkLst>
        <pc:spChg chg="del">
          <ac:chgData name="Yashwanth Chowdary" userId="d78468c6494ca0f2" providerId="LiveId" clId="{7C7DD584-782C-4948-BB72-3C595C623310}" dt="2026-09-29T15:45:47.231" v="52" actId="478"/>
          <ac:spMkLst>
            <pc:docMk/>
            <pc:sldMk cId="0" sldId="271"/>
            <ac:spMk id="8" creationId="{00000000-0000-0000-0000-000000000000}"/>
          </ac:spMkLst>
        </pc:spChg>
        <pc:spChg chg="del mod">
          <ac:chgData name="Yashwanth Chowdary" userId="d78468c6494ca0f2" providerId="LiveId" clId="{7C7DD584-782C-4948-BB72-3C595C623310}" dt="2026-09-29T15:45:57.383" v="55"/>
          <ac:spMkLst>
            <pc:docMk/>
            <pc:sldMk cId="0" sldId="271"/>
            <ac:spMk id="9" creationId="{00000000-0000-0000-0000-000000000000}"/>
          </ac:spMkLst>
        </pc:spChg>
        <pc:spChg chg="del">
          <ac:chgData name="Yashwanth Chowdary" userId="d78468c6494ca0f2" providerId="LiveId" clId="{7C7DD584-782C-4948-BB72-3C595C623310}" dt="2026-09-29T15:45:41.653" v="51" actId="478"/>
          <ac:spMkLst>
            <pc:docMk/>
            <pc:sldMk cId="0" sldId="271"/>
            <ac:spMk id="10" creationId="{00000000-0000-0000-0000-000000000000}"/>
          </ac:spMkLst>
        </pc:spChg>
      </pc:sldChg>
      <pc:sldChg chg="addSp modSp new mod">
        <pc:chgData name="Yashwanth Chowdary" userId="d78468c6494ca0f2" providerId="LiveId" clId="{7C7DD584-782C-4948-BB72-3C595C623310}" dt="2026-09-29T15:46:54.150" v="66" actId="5793"/>
        <pc:sldMkLst>
          <pc:docMk/>
          <pc:sldMk cId="3292651776" sldId="272"/>
        </pc:sldMkLst>
        <pc:spChg chg="add mod">
          <ac:chgData name="Yashwanth Chowdary" userId="d78468c6494ca0f2" providerId="LiveId" clId="{7C7DD584-782C-4948-BB72-3C595C623310}" dt="2026-09-29T15:46:54.150" v="66" actId="5793"/>
          <ac:spMkLst>
            <pc:docMk/>
            <pc:sldMk cId="3292651776" sldId="272"/>
            <ac:spMk id="3" creationId="{08F4A3EF-A6C2-9CD9-0A51-894B89DDB52B}"/>
          </ac:spMkLst>
        </pc:spChg>
        <pc:picChg chg="add mod">
          <ac:chgData name="Yashwanth Chowdary" userId="d78468c6494ca0f2" providerId="LiveId" clId="{7C7DD584-782C-4948-BB72-3C595C623310}" dt="2026-09-29T15:46:44.137" v="62" actId="1076"/>
          <ac:picMkLst>
            <pc:docMk/>
            <pc:sldMk cId="3292651776" sldId="272"/>
            <ac:picMk id="5" creationId="{FA95C131-6CD2-5CA3-8606-1EF620C010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8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OOPC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7748" y="1737360"/>
            <a:ext cx="11247120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800" b="1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47120" cy="56692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700" b="1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QUIZ GAME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3182112"/>
            <a:ext cx="7863840" cy="11592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>
              <a:defRPr sz="1800" b="0">
                <a:solidFill>
                  <a:srgbClr val="1E1E1E"/>
                </a:solidFill>
                <a:latin typeface="Georgia"/>
              </a:defRPr>
            </a:pPr>
            <a:r>
              <a:rPr dirty="0">
                <a:latin typeface="Times New Roman"/>
              </a:rPr>
              <a:t>25B11CS</a:t>
            </a:r>
            <a:r>
              <a:rPr lang="en-US" dirty="0">
                <a:latin typeface="Times New Roman"/>
              </a:rPr>
              <a:t>125</a:t>
            </a:r>
            <a:r>
              <a:rPr dirty="0">
                <a:latin typeface="Times New Roman"/>
              </a:rPr>
              <a:t> :</a:t>
            </a:r>
            <a:r>
              <a:rPr lang="en-US" dirty="0">
                <a:latin typeface="Times New Roman"/>
              </a:rPr>
              <a:t> </a:t>
            </a:r>
            <a:r>
              <a:rPr lang="en-IN" dirty="0" err="1">
                <a:latin typeface="Times New Roman"/>
              </a:rPr>
              <a:t>Bondada</a:t>
            </a:r>
            <a:r>
              <a:rPr lang="en-IN" dirty="0">
                <a:latin typeface="Times New Roman"/>
              </a:rPr>
              <a:t> Rupa Tejaswi </a:t>
            </a:r>
            <a:br>
              <a:rPr dirty="0"/>
            </a:br>
            <a:r>
              <a:rPr dirty="0">
                <a:latin typeface="Times New Roman"/>
              </a:rPr>
              <a:t>25B11CS1</a:t>
            </a:r>
            <a:r>
              <a:rPr lang="en-US" dirty="0">
                <a:latin typeface="Times New Roman"/>
              </a:rPr>
              <a:t>38</a:t>
            </a:r>
            <a:r>
              <a:rPr dirty="0">
                <a:latin typeface="Times New Roman"/>
              </a:rPr>
              <a:t>:</a:t>
            </a:r>
            <a:r>
              <a:rPr lang="en-US" dirty="0">
                <a:latin typeface="Times New Roman"/>
              </a:rPr>
              <a:t>  </a:t>
            </a:r>
            <a:r>
              <a:rPr lang="en-US" dirty="0" err="1">
                <a:latin typeface="Times New Roman"/>
              </a:rPr>
              <a:t>B.Durga</a:t>
            </a:r>
            <a:r>
              <a:rPr lang="en-US" dirty="0">
                <a:latin typeface="Times New Roman"/>
              </a:rPr>
              <a:t> prasad</a:t>
            </a:r>
            <a:br>
              <a:rPr dirty="0"/>
            </a:br>
            <a:r>
              <a:rPr dirty="0">
                <a:latin typeface="Times New Roman"/>
              </a:rPr>
              <a:t>25B11CS1</a:t>
            </a:r>
            <a:r>
              <a:rPr lang="en-US" dirty="0">
                <a:latin typeface="Times New Roman"/>
              </a:rPr>
              <a:t>61</a:t>
            </a:r>
            <a:r>
              <a:rPr dirty="0">
                <a:latin typeface="Times New Roman"/>
              </a:rPr>
              <a:t> :</a:t>
            </a:r>
            <a:r>
              <a:rPr lang="en-US" dirty="0">
                <a:latin typeface="Times New Roman"/>
              </a:rPr>
              <a:t> </a:t>
            </a:r>
            <a:r>
              <a:rPr lang="en-US" dirty="0" err="1">
                <a:latin typeface="Times New Roman"/>
              </a:rPr>
              <a:t>Ch.Pavan</a:t>
            </a:r>
            <a:br>
              <a:rPr dirty="0"/>
            </a:br>
            <a:r>
              <a:rPr dirty="0">
                <a:latin typeface="Times New Roman"/>
              </a:rPr>
              <a:t>25B11CS1</a:t>
            </a:r>
            <a:r>
              <a:rPr lang="en-US" dirty="0">
                <a:latin typeface="Times New Roman"/>
              </a:rPr>
              <a:t>68</a:t>
            </a:r>
            <a:r>
              <a:rPr dirty="0">
                <a:latin typeface="Times New Roman"/>
              </a:rPr>
              <a:t> : </a:t>
            </a:r>
            <a:r>
              <a:rPr lang="en-IN" dirty="0" err="1">
                <a:latin typeface="Times New Roman"/>
              </a:rPr>
              <a:t>Ch.Lahari</a:t>
            </a:r>
            <a:endParaRPr dirty="0">
              <a:latin typeface="Times New Roman"/>
            </a:endParaRPr>
          </a:p>
        </p:txBody>
      </p:sp>
      <p:pic>
        <p:nvPicPr>
          <p:cNvPr id="8" name="Picture 7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Review-2 Evaluation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25780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01  COMPLETED MODULES 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Working modules demonstrated from the actual implementation: Add, View, Play Quiz, Update, Delete, Sort, Category and High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80160"/>
            <a:ext cx="525780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02  CODE + OUTPUTS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Important functions are explained with code snippets and representative console outputs generated by the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525780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03  C++ CONCEPTS </a:t>
            </a:r>
            <a:endParaRPr lang="en-US">
              <a:latin typeface="Times New Roman"/>
            </a:endParaRP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 lang="en-US">
                <a:latin typeface="Times New Roman"/>
              </a:rPr>
              <a:t>Classes, objects, constructors, encapsulation, functions, strings, vectors, loops, conditions, algorithms and file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200400"/>
            <a:ext cx="525780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04  PRESENTATION + CONTRIBUTION </a:t>
            </a:r>
            <a:endParaRPr lang="en-US">
              <a:latin typeface="Times New Roman"/>
            </a:endParaRP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 lang="en-US">
                <a:latin typeface="Times New Roman"/>
              </a:rPr>
              <a:t>Clear module ownership, individual contribution and a demonstration flow that can be explained during viva.</a:t>
            </a:r>
          </a:p>
        </p:txBody>
      </p:sp>
      <p:pic>
        <p:nvPicPr>
          <p:cNvPr id="10" name="Picture 9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Completed Modules — Actual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15568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ADD QUESTION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addQuestion()</a:t>
            </a:r>
            <a:br/>
            <a:r>
              <a:rPr>
                <a:latin typeface="Times New Roman"/>
              </a:rPr>
              <a:t>Creates a Question object, checks duplicate question text, stores it and saves to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115568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VIEW QUESTIONS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viewQuestions()</a:t>
            </a:r>
            <a:br/>
            <a:r>
              <a:rPr>
                <a:latin typeface="Times New Roman"/>
              </a:rPr>
              <a:t>Displays all stored questions and handles the empty-bank 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115568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PLAY QUIZ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playQuiz()</a:t>
            </a:r>
            <a:br/>
            <a:r>
              <a:rPr>
                <a:latin typeface="Times New Roman"/>
              </a:rPr>
              <a:t>Asks each question, checks the chosen option and calculates the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62288" y="1115568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UPDATE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updateQuestion()</a:t>
            </a:r>
            <a:br/>
            <a:r>
              <a:rPr>
                <a:latin typeface="Times New Roman"/>
              </a:rPr>
              <a:t>Finds a question by ID and updates its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3291839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DELETE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deleteQuestion()</a:t>
            </a:r>
            <a:br/>
            <a:r>
              <a:rPr>
                <a:latin typeface="Times New Roman"/>
              </a:rPr>
              <a:t>Finds by ID, asks for confirmation, erases the record and saves.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3291839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SORT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sortQuestions()</a:t>
            </a:r>
            <a:br/>
            <a:r>
              <a:rPr>
                <a:latin typeface="Times New Roman"/>
              </a:rPr>
              <a:t>Sorts questions by difficulty using std::sort and sortByDifficulty().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3291839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CATEGORY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playByCategory()</a:t>
            </a:r>
            <a:br/>
            <a:r>
              <a:rPr>
                <a:latin typeface="Times New Roman"/>
              </a:rPr>
              <a:t>Asks only the questions of the chosen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3291839"/>
            <a:ext cx="2633472" cy="178308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HIGH SCORE</a:t>
            </a:r>
          </a:p>
          <a:p>
            <a:pPr>
              <a:spcBef>
                <a:spcPts val="900"/>
              </a:spcBef>
              <a:defRPr sz="11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updateHighScore() / showHighScore()</a:t>
            </a:r>
            <a:br/>
            <a:r>
              <a:rPr>
                <a:latin typeface="Times New Roman"/>
              </a:rPr>
              <a:t>Stores the best score after each game and displays it on request.</a:t>
            </a:r>
          </a:p>
        </p:txBody>
      </p:sp>
      <p:pic>
        <p:nvPicPr>
          <p:cNvPr id="14" name="Picture 13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OOP Design — Two Core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66360" cy="356616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CLASS 1 — Question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Stores one quiz question and its answer.</a:t>
            </a:r>
            <a:br/>
            <a:br/>
            <a:r>
              <a:rPr>
                <a:latin typeface="Times New Roman"/>
              </a:rPr>
              <a:t>Private data:</a:t>
            </a:r>
            <a:br/>
            <a:r>
              <a:rPr>
                <a:latin typeface="Times New Roman"/>
              </a:rPr>
              <a:t>questionID • text • options • correctOption • category • difficulty • points • createdAt</a:t>
            </a:r>
            <a:br/>
            <a:br/>
            <a:r>
              <a:rPr>
                <a:latin typeface="Times New Roman"/>
              </a:rPr>
              <a:t>Public behavior:</a:t>
            </a:r>
            <a:br/>
            <a:r>
              <a:rPr>
                <a:latin typeface="Times New Roman"/>
              </a:rPr>
              <a:t>display() • getters • setters • update() • checkAnswer()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166360" cy="356616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CLASS 2 — QuizGame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Manages the question bank and scoring.</a:t>
            </a:r>
            <a:br/>
            <a:br/>
            <a:r>
              <a:rPr>
                <a:latin typeface="Times New Roman"/>
              </a:rPr>
              <a:t>Private data:</a:t>
            </a:r>
            <a:br/>
            <a:r>
              <a:rPr>
                <a:latin typeface="Times New Roman"/>
              </a:rPr>
              <a:t>vector&lt;Question&gt; questions • nextID • score • highScore</a:t>
            </a:r>
            <a:br/>
            <a:br/>
            <a:r>
              <a:rPr>
                <a:latin typeface="Times New Roman"/>
              </a:rPr>
              <a:t>Public behavior:</a:t>
            </a:r>
            <a:br/>
            <a:r>
              <a:rPr>
                <a:latin typeface="Times New Roman"/>
              </a:rPr>
              <a:t>load/save • add • view • play • update • delete • sort • category • high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5074920"/>
            <a:ext cx="265176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700" b="1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504688"/>
            <a:ext cx="6675120" cy="38404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9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QuizGame  →  contains many  →  Question objects</a:t>
            </a:r>
          </a:p>
        </p:txBody>
      </p:sp>
      <p:pic>
        <p:nvPicPr>
          <p:cNvPr id="9" name="Picture 8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C++ Concept — Encapsulation + Constructor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521208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6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PRIVATE DATA IS PROTECTED INSIDE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278892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3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class Question {</a:t>
            </a:r>
            <a:br/>
            <a:r>
              <a:rPr>
                <a:latin typeface="Times New Roman"/>
              </a:rPr>
              <a:t>private:</a:t>
            </a:r>
            <a:br/>
            <a:r>
              <a:rPr>
                <a:latin typeface="Times New Roman"/>
              </a:rPr>
              <a:t>    int questionID;</a:t>
            </a:r>
            <a:br/>
            <a:r>
              <a:rPr>
                <a:latin typeface="Times New Roman"/>
              </a:rPr>
              <a:t>    string text;</a:t>
            </a:r>
            <a:br/>
            <a:r>
              <a:rPr>
                <a:latin typeface="Times New Roman"/>
              </a:rPr>
              <a:t>    string options[4];</a:t>
            </a:r>
            <a:br/>
            <a:r>
              <a:rPr>
                <a:latin typeface="Times New Roman"/>
              </a:rPr>
              <a:t>    int correctOption;</a:t>
            </a:r>
            <a:br/>
            <a:br/>
            <a:r>
              <a:rPr>
                <a:latin typeface="Times New Roman"/>
              </a:rPr>
              <a:t>public:</a:t>
            </a:r>
            <a:br/>
            <a:r>
              <a:rPr>
                <a:latin typeface="Times New Roman"/>
              </a:rPr>
              <a:t>    Question(int id = 0, string t = "",</a:t>
            </a:r>
            <a:br/>
            <a:r>
              <a:rPr>
                <a:latin typeface="Times New Roman"/>
              </a:rPr>
              <a:t>             int c = 1, ...);</a:t>
            </a:r>
            <a:br/>
            <a:r>
              <a:rPr>
                <a:latin typeface="Times New Roman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78992"/>
            <a:ext cx="530352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6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Data members are private.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Public methods provide controlled access.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The constructor initializes a Question object when it is created.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Getters and setters provide controlled reading/modification.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343400"/>
            <a:ext cx="5166360" cy="100584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OBJECT CREATION IN THE PROGRAM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Question newQ(nextID, text, options, correct, category);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Georgia"/>
              </a:defRPr>
            </a:pPr>
            <a:r>
              <a:rPr>
                <a:latin typeface="Times New Roman"/>
              </a:rPr>
              <a:t>Concepts shown directly by the code: class, private/public access, constructor, object and member functions.</a:t>
            </a:r>
          </a:p>
        </p:txBody>
      </p:sp>
      <p:pic>
        <p:nvPicPr>
          <p:cNvPr id="11" name="Picture 10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Add Question + 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21208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9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ADD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577840" cy="361188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12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void addQuestion()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...</a:t>
            </a:r>
            <a:br/>
            <a:r>
              <a:rPr>
                <a:latin typeface="Times New Roman"/>
              </a:rPr>
              <a:t>    for (...) {</a:t>
            </a:r>
            <a:br/>
            <a:r>
              <a:rPr>
                <a:latin typeface="Times New Roman"/>
              </a:rPr>
              <a:t>        if (questions[i].getText() == text)</a:t>
            </a:r>
            <a:br/>
            <a:r>
              <a:rPr>
                <a:latin typeface="Times New Roman"/>
              </a:rPr>
              <a:t>            return;   // duplicate blocked</a:t>
            </a:r>
            <a:br/>
            <a:r>
              <a:rPr>
                <a:latin typeface="Times New Roman"/>
              </a:rPr>
              <a:t>    }</a:t>
            </a:r>
            <a:br/>
            <a:br/>
            <a:r>
              <a:rPr>
                <a:latin typeface="Times New Roman"/>
              </a:rPr>
              <a:t>    Question newQ(nextID, text,</a:t>
            </a:r>
            <a:br/>
            <a:r>
              <a:rPr>
                <a:latin typeface="Times New Roman"/>
              </a:rPr>
              <a:t>                  options, correct,</a:t>
            </a:r>
            <a:br/>
            <a:r>
              <a:rPr>
                <a:latin typeface="Times New Roman"/>
              </a:rPr>
              <a:t>                  category);</a:t>
            </a:r>
            <a:br/>
            <a:br/>
            <a:r>
              <a:rPr>
                <a:latin typeface="Times New Roman"/>
              </a:rPr>
              <a:t>    questions.push_back(newQ);</a:t>
            </a:r>
            <a:br/>
            <a:r>
              <a:rPr>
                <a:latin typeface="Times New Roman"/>
              </a:rPr>
              <a:t>    nextID++;</a:t>
            </a:r>
            <a:br/>
            <a:r>
              <a:rPr>
                <a:latin typeface="Times New Roman"/>
              </a:rPr>
              <a:t>    saveToFile();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53312"/>
            <a:ext cx="5257800" cy="260604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00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SAMPLE RUN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              ADD QUESTION</a:t>
            </a:r>
            <a:br/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Enter question: Capital of India?</a:t>
            </a:r>
            <a:br/>
            <a:r>
              <a:rPr>
                <a:latin typeface="Times New Roman"/>
              </a:rPr>
              <a:t>Enter options: Delhi, Mumbai, Pune, Goa</a:t>
            </a:r>
            <a:br/>
            <a:r>
              <a:rPr>
                <a:latin typeface="Times New Roman"/>
              </a:rPr>
              <a:t>Enter correct option: 1</a:t>
            </a:r>
            <a:br/>
            <a:r>
              <a:rPr>
                <a:latin typeface="Times New Roman"/>
              </a:rPr>
              <a:t>Enter category: Geography</a:t>
            </a:r>
            <a:br/>
            <a:r>
              <a:rPr>
                <a:latin typeface="Times New Roman"/>
              </a:rPr>
              <a:t>Enter difficulty: Easy</a:t>
            </a:r>
            <a:br/>
            <a:br/>
            <a:r>
              <a:rPr>
                <a:latin typeface="Times New Roman"/>
              </a:rPr>
              <a:t>Question added successfully!</a:t>
            </a:r>
            <a:br/>
            <a:r>
              <a:rPr>
                <a:latin typeface="Times New Roman"/>
              </a:rPr>
              <a:t>Question ID: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251960"/>
            <a:ext cx="52578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8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VIEW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61772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Checks whether questions.empty() is true.</a:t>
            </a:r>
          </a:p>
          <a:p>
            <a:pPr>
              <a:spcAft>
                <a:spcPts val="800"/>
              </a:spcAft>
              <a:defRPr sz="13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Uses a loop to visit every Question object.</a:t>
            </a:r>
          </a:p>
          <a:p>
            <a:pPr>
              <a:spcAft>
                <a:spcPts val="800"/>
              </a:spcAft>
              <a:defRPr sz="13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Calls questions[i].display() for each record.</a:t>
            </a:r>
          </a:p>
        </p:txBody>
      </p:sp>
      <p:pic>
        <p:nvPicPr>
          <p:cNvPr id="10" name="Picture 9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Play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530352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PLAY QUIZ — ASK, ANSWER AND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6400800" cy="361188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05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int score = 0, answer;</a:t>
            </a:r>
            <a:br/>
            <a:br/>
            <a:r>
              <a:rPr>
                <a:latin typeface="Times New Roman"/>
              </a:rPr>
              <a:t>for (int i = 0; i &lt; questions.size(); i++)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questions[i].display();</a:t>
            </a:r>
            <a:br/>
            <a:r>
              <a:rPr>
                <a:latin typeface="Times New Roman"/>
              </a:rPr>
              <a:t>    cin &gt;&gt; answer;</a:t>
            </a:r>
            <a:br/>
            <a:r>
              <a:rPr>
                <a:latin typeface="Times New Roman"/>
              </a:rPr>
              <a:t>    if (questions[i].checkAnswer(answer))</a:t>
            </a:r>
            <a:br/>
            <a:r>
              <a:rPr>
                <a:latin typeface="Times New Roman"/>
              </a:rPr>
              <a:t>    {</a:t>
            </a:r>
            <a:br/>
            <a:r>
              <a:rPr>
                <a:latin typeface="Times New Roman"/>
              </a:rPr>
              <a:t>        cout &lt;&lt; "Correct!";</a:t>
            </a:r>
            <a:br/>
            <a:r>
              <a:rPr>
                <a:latin typeface="Times New Roman"/>
              </a:rPr>
              <a:t>        score += questions[i].getPoints();</a:t>
            </a:r>
            <a:br/>
            <a:r>
              <a:rPr>
                <a:latin typeface="Times New Roman"/>
              </a:rPr>
              <a:t>    }</a:t>
            </a:r>
            <a:br/>
            <a:r>
              <a:rPr>
                <a:latin typeface="Times New Roman"/>
              </a:rPr>
              <a:t>}</a:t>
            </a:r>
            <a:br/>
            <a:br/>
            <a:r>
              <a:rPr>
                <a:latin typeface="Times New Roman"/>
              </a:rPr>
              <a:t>if (score &gt; highScore)</a:t>
            </a:r>
            <a:br/>
            <a:r>
              <a:rPr>
                <a:latin typeface="Times New Roman"/>
              </a:rPr>
              <a:t>    updateHighScore();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389888"/>
            <a:ext cx="4389120" cy="361188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SAMPLE OUTPUT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               PLAY QUIZ</a:t>
            </a:r>
            <a:br/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Q1. Capital of India?   Your answer: 1</a:t>
            </a:r>
            <a:br/>
            <a:br/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              QUIZ RESULT</a:t>
            </a:r>
            <a:br/>
            <a:r>
              <a:rPr>
                <a:latin typeface="Times New Roman"/>
              </a:rPr>
              <a:t>========================================</a:t>
            </a:r>
            <a:br/>
            <a:r>
              <a:rPr>
                <a:latin typeface="Times New Roman"/>
              </a:rPr>
              <a:t>Questions  : 5</a:t>
            </a:r>
            <a:br/>
            <a:r>
              <a:rPr>
                <a:latin typeface="Times New Roman"/>
              </a:rPr>
              <a:t>Correct    : 4</a:t>
            </a:r>
            <a:br/>
            <a:r>
              <a:rPr>
                <a:latin typeface="Times New Roman"/>
              </a:rPr>
              <a:t>Score      : 40</a:t>
            </a:r>
            <a:br/>
            <a:r>
              <a:rPr>
                <a:latin typeface="Times New Roman"/>
              </a:rPr>
              <a:t>Percentage : 80%</a:t>
            </a:r>
            <a:br/>
            <a:r>
              <a:rPr>
                <a:latin typeface="Times New Roman"/>
              </a:rPr>
              <a:t>Result     : Well done!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1005840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500" b="0">
                <a:solidFill>
                  <a:srgbClr val="5A5A5A"/>
                </a:solidFill>
                <a:latin typeface="Georgia"/>
              </a:defRPr>
            </a:pPr>
            <a:r>
              <a:rPr>
                <a:latin typeface="Times New Roman"/>
              </a:rPr>
              <a:t>Key C++ concept: loop + checkAnswer() + conditional logic keep the score for every question.</a:t>
            </a:r>
          </a:p>
        </p:txBody>
      </p:sp>
      <p:pic>
        <p:nvPicPr>
          <p:cNvPr id="9" name="Picture 8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Update +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2578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9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303520" cy="242316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cout &lt;&lt; "Enter Question ID: ";</a:t>
            </a:r>
            <a:br/>
            <a:r>
              <a:rPr>
                <a:latin typeface="Times New Roman"/>
              </a:rPr>
              <a:t>cin &gt;&gt; id;</a:t>
            </a:r>
            <a:br/>
            <a:br/>
            <a:r>
              <a:rPr>
                <a:latin typeface="Times New Roman"/>
              </a:rPr>
              <a:t>for (...) {</a:t>
            </a:r>
            <a:br/>
            <a:r>
              <a:rPr>
                <a:latin typeface="Times New Roman"/>
              </a:rPr>
              <a:t>    if (questions[i].getID() == id) {</a:t>
            </a:r>
            <a:br/>
            <a:r>
              <a:rPr>
                <a:latin typeface="Times New Roman"/>
              </a:rPr>
              <a:t>        questions[i].update();</a:t>
            </a:r>
            <a:br/>
            <a:r>
              <a:rPr>
                <a:latin typeface="Times New Roman"/>
              </a:rPr>
              <a:t>        saveToFile();</a:t>
            </a:r>
            <a:br/>
            <a:r>
              <a:rPr>
                <a:latin typeface="Times New Roman"/>
              </a:rPr>
              <a:t>        return;</a:t>
            </a:r>
            <a:br/>
            <a:r>
              <a:rPr>
                <a:latin typeface="Times New Roman"/>
              </a:rPr>
              <a:t>    }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041648"/>
            <a:ext cx="5166360" cy="123444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UPDATE RESULT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Question found by ID → new text / options / answer / category entered →</a:t>
            </a:r>
            <a:br/>
            <a:r>
              <a:rPr>
                <a:latin typeface="Times New Roman"/>
              </a:rPr>
              <a:t>Question updated successfully!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05840"/>
            <a:ext cx="52578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9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03520" cy="269748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15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if (questions[i].getID() == id) {</a:t>
            </a:r>
            <a:br/>
            <a:r>
              <a:rPr>
                <a:latin typeface="Times New Roman"/>
              </a:rPr>
              <a:t>    questions[i].display();</a:t>
            </a:r>
            <a:br/>
            <a:r>
              <a:rPr>
                <a:latin typeface="Times New Roman"/>
              </a:rPr>
              <a:t>    cin &gt;&gt; confirm;</a:t>
            </a:r>
            <a:br/>
            <a:br/>
            <a:r>
              <a:rPr>
                <a:latin typeface="Times New Roman"/>
              </a:rPr>
              <a:t>    if (confirm == "yes" ||</a:t>
            </a:r>
            <a:br/>
            <a:r>
              <a:rPr>
                <a:latin typeface="Times New Roman"/>
              </a:rPr>
              <a:t>        confirm == "YES")</a:t>
            </a:r>
            <a:br/>
            <a:r>
              <a:rPr>
                <a:latin typeface="Times New Roman"/>
              </a:rPr>
              <a:t>    {</a:t>
            </a:r>
            <a:br/>
            <a:r>
              <a:rPr>
                <a:latin typeface="Times New Roman"/>
              </a:rPr>
              <a:t>        questions.erase(questions.begin()+i);</a:t>
            </a:r>
            <a:br/>
            <a:r>
              <a:rPr>
                <a:latin typeface="Times New Roman"/>
              </a:rPr>
              <a:t>        saveToFile();</a:t>
            </a:r>
            <a:br/>
            <a:r>
              <a:rPr>
                <a:latin typeface="Times New Roman"/>
              </a:rPr>
              <a:t>    }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315968"/>
            <a:ext cx="5166360" cy="105156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00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DELETE RESULT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Question found → details displayed → confirmation requested → record erased only after 'yes'.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806440"/>
            <a:ext cx="950976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Georgia"/>
              </a:defRPr>
            </a:pPr>
            <a:r>
              <a:rPr>
                <a:latin typeface="Times New Roman"/>
              </a:rPr>
              <a:t>Both modules use ID-based lookup and modify the vector safely.</a:t>
            </a:r>
          </a:p>
        </p:txBody>
      </p:sp>
      <p:pic>
        <p:nvPicPr>
          <p:cNvPr id="12" name="Picture 11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Sort + Category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SORT QUESTIONS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sortQuestions() calls std::sort(questions.begin(), questions.end(), sortByDifficulty) and saves the sorted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34640"/>
            <a:ext cx="5394960" cy="1874519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15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bool sortByDifficulty(const Question&amp; a,</a:t>
            </a:r>
            <a:br/>
            <a:r>
              <a:rPr>
                <a:latin typeface="Times New Roman"/>
              </a:rPr>
              <a:t>                      const Question&amp; b)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int d1 = a.getDifficulty();</a:t>
            </a:r>
            <a:br/>
            <a:r>
              <a:rPr>
                <a:latin typeface="Times New Roman"/>
              </a:rPr>
              <a:t>    int d2 = b.getDifficulty();</a:t>
            </a:r>
            <a:br/>
            <a:br/>
            <a:r>
              <a:rPr>
                <a:latin typeface="Times New Roman"/>
              </a:rPr>
              <a:t>    // 1 = Easy, 2 = Medium, 3 = Hard</a:t>
            </a:r>
            <a:br/>
            <a:r>
              <a:rPr>
                <a:latin typeface="Times New Roman"/>
              </a:rPr>
              <a:t>    ...</a:t>
            </a:r>
            <a:br/>
            <a:r>
              <a:rPr>
                <a:latin typeface="Times New Roman"/>
              </a:rPr>
              <a:t>    return d1 &lt; d2;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30352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PLAY BY CATEGORY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Loops through questions and asks only those whose category matches the entered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834640"/>
            <a:ext cx="53035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if (questions[i].getCategory()</a:t>
            </a:r>
            <a:br/>
            <a:r>
              <a:rPr>
                <a:latin typeface="Times New Roman"/>
              </a:rPr>
              <a:t>        == category)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questions[i].display();</a:t>
            </a:r>
            <a:br/>
            <a:r>
              <a:rPr>
                <a:latin typeface="Times New Roman"/>
              </a:rPr>
              <a:t>    asked = true;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709160"/>
            <a:ext cx="5303520" cy="91440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EXAMPLE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Sort → questions appear from Easy to Hard</a:t>
            </a:r>
            <a:br/>
            <a:r>
              <a:rPr>
                <a:latin typeface="Times New Roman"/>
              </a:rPr>
              <a:t>Category → only matching category questions are asked</a:t>
            </a:r>
          </a:p>
        </p:txBody>
      </p:sp>
      <p:pic>
        <p:nvPicPr>
          <p:cNvPr id="10" name="Picture 9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High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530352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8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UPDATE HIGH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257800" cy="201168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3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void updateHighScore()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if (score &gt; highScore)</a:t>
            </a:r>
            <a:br/>
            <a:r>
              <a:rPr>
                <a:latin typeface="Times New Roman"/>
              </a:rPr>
              <a:t>    {</a:t>
            </a:r>
            <a:br/>
            <a:r>
              <a:rPr>
                <a:latin typeface="Times New Roman"/>
              </a:rPr>
              <a:t>        highScore = score;</a:t>
            </a:r>
            <a:br/>
            <a:r>
              <a:rPr>
                <a:latin typeface="Times New Roman"/>
              </a:rPr>
              <a:t>    }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03320"/>
            <a:ext cx="5212080" cy="160020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USER-FACING RESULT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If score beats the record:</a:t>
            </a:r>
            <a:br/>
            <a:r>
              <a:rPr>
                <a:latin typeface="Times New Roman"/>
              </a:rPr>
              <a:t>New High Score! Well done!</a:t>
            </a:r>
            <a:br/>
            <a:br/>
            <a:r>
              <a:rPr>
                <a:latin typeface="Times New Roman"/>
              </a:rPr>
              <a:t>If it does not:</a:t>
            </a:r>
            <a:br/>
            <a:r>
              <a:rPr>
                <a:latin typeface="Times New Roman"/>
              </a:rPr>
              <a:t>High score remains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24128"/>
            <a:ext cx="52578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8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VIEW HIGH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205740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void showHighScore()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if (gamesPlayed == 0)</a:t>
            </a:r>
            <a:br/>
            <a:r>
              <a:rPr>
                <a:latin typeface="Times New Roman"/>
              </a:rPr>
              <a:t>        cout &lt;&lt; "No games played yet.";</a:t>
            </a:r>
            <a:br/>
            <a:r>
              <a:rPr>
                <a:latin typeface="Times New Roman"/>
              </a:rPr>
              <a:t>    else</a:t>
            </a:r>
            <a:br/>
            <a:r>
              <a:rPr>
                <a:latin typeface="Times New Roman"/>
              </a:rPr>
              <a:t>        cout &lt;&lt; "High Score: " &lt;&lt; highScore</a:t>
            </a:r>
            <a:br/>
            <a:r>
              <a:rPr>
                <a:latin typeface="Times New Roman"/>
              </a:rPr>
              <a:t>             &lt;&lt; " / " &lt;&lt; maxScore;</a:t>
            </a:r>
            <a:br/>
            <a:r>
              <a:rPr>
                <a:latin typeface="Times New Roman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03320"/>
            <a:ext cx="5212080" cy="141732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00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RESULT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The best score achieved so far is displayed.</a:t>
            </a:r>
            <a:br/>
            <a:r>
              <a:rPr>
                <a:latin typeface="Times New Roman"/>
              </a:rPr>
              <a:t>If no game has been played, the program reports no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5669280"/>
            <a:ext cx="941832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500" b="0">
                <a:solidFill>
                  <a:srgbClr val="5A5A5A"/>
                </a:solidFill>
                <a:latin typeface="Georgia"/>
              </a:defRPr>
            </a:pPr>
            <a:r>
              <a:rPr>
                <a:latin typeface="Times New Roman"/>
              </a:rPr>
              <a:t>Concepts: integer comparison + conditional statement + member function.</a:t>
            </a:r>
          </a:p>
        </p:txBody>
      </p:sp>
      <p:pic>
        <p:nvPicPr>
          <p:cNvPr id="12" name="Picture 11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Implementation — Persistent File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338328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LOAD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QuizGame constructor calls loadFromFile()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170432"/>
            <a:ext cx="338328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MANAGE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Question records are stored in vector&lt;Question&gt; while the program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170432"/>
            <a:ext cx="3383280" cy="14173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SAVE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Changes call saveToFile() so data persists in quiz_data.txt.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94960" cy="214884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ifstream infile(filename.c_str());</a:t>
            </a:r>
            <a:br/>
            <a:br/>
            <a:r>
              <a:rPr>
                <a:latin typeface="Times New Roman"/>
              </a:rPr>
              <a:t>while (getline(infile, line)) {</a:t>
            </a:r>
            <a:br/>
            <a:r>
              <a:rPr>
                <a:latin typeface="Times New Roman"/>
              </a:rPr>
              <a:t>    stringstream ss(line);</a:t>
            </a:r>
            <a:br/>
            <a:r>
              <a:rPr>
                <a:latin typeface="Times New Roman"/>
              </a:rPr>
              <a:t>    ...</a:t>
            </a:r>
            <a:br/>
            <a:r>
              <a:rPr>
                <a:latin typeface="Times New Roman"/>
              </a:rPr>
              <a:t>    questions.push_back(Question(...));</a:t>
            </a:r>
            <a:br/>
            <a:r>
              <a:rPr>
                <a:latin typeface="Times New Roman"/>
              </a:rPr>
              <a:t>}</a:t>
            </a:r>
            <a:br/>
            <a:br/>
            <a:r>
              <a:rPr>
                <a:latin typeface="Times New Roman"/>
              </a:rPr>
              <a:t>ofstream outfile(filename.c_str());</a:t>
            </a:r>
            <a:br/>
            <a:r>
              <a:rPr>
                <a:latin typeface="Times New Roman"/>
              </a:rPr>
              <a:t>outfile &lt;&lt; nextID &lt;&lt; "\n";</a:t>
            </a:r>
            <a:br/>
            <a:r>
              <a:rPr>
                <a:latin typeface="Times New Roman"/>
              </a:rPr>
              <a:t>...</a:t>
            </a:r>
            <a:br/>
            <a:r>
              <a:rPr>
                <a:latin typeface="Times New Roman"/>
              </a:rPr>
              <a:t>outfile.close();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120640" cy="182880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QuizGame()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nextID = 1;</a:t>
            </a:r>
            <a:br/>
            <a:r>
              <a:rPr>
                <a:latin typeface="Times New Roman"/>
              </a:rPr>
              <a:t>    loadFromFile("quiz_data.txt");</a:t>
            </a:r>
            <a:br/>
            <a:r>
              <a:rPr>
                <a:latin typeface="Times New Roman"/>
              </a:rPr>
              <a:t>}</a:t>
            </a:r>
            <a:br/>
            <a:br/>
            <a:r>
              <a:rPr>
                <a:latin typeface="Times New Roman"/>
              </a:rPr>
              <a:t>...</a:t>
            </a:r>
            <a:br/>
            <a:r>
              <a:rPr>
                <a:latin typeface="Times New Roman"/>
              </a:rPr>
              <a:t>saveToFile();</a:t>
            </a:r>
          </a:p>
        </p:txBody>
      </p:sp>
      <p:pic>
        <p:nvPicPr>
          <p:cNvPr id="11" name="Picture 10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Relevant C++ Concepts — Where They Appear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Classes &amp; Objects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Question and QuizGame classes; new Question objects are created.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Encapsulation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Question data members are private; public methods control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39112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Constructors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Question() and QuizGame() initialize objects and load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39112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Vector / STL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vector&lt;Question&gt; stores the collection of quiz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26664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Functions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Each operation is separated into member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26664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Loops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for loops traverse, ask, filter and display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14216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Conditions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if / else and switch control answer checking and menu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14216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File Streams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ifstream, ofstream and stringstream provide persistent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001768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Algorithms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std::sort is used with a custom sortByDifficulty comparator.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01768"/>
            <a:ext cx="5349240" cy="786384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Strings</a:t>
            </a:r>
          </a:p>
          <a:p>
            <a:pPr>
              <a:spcBef>
                <a:spcPts val="900"/>
              </a:spcBef>
              <a:defRPr sz="107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getline(), comparison and text fields are heavily used.</a:t>
            </a:r>
          </a:p>
        </p:txBody>
      </p:sp>
      <p:pic>
        <p:nvPicPr>
          <p:cNvPr id="15" name="Picture 14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Main Program — Control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6446520" cy="4526280"/>
          </a:xfrm>
          <a:prstGeom prst="roundRect">
            <a:avLst/>
          </a:prstGeom>
          <a:solidFill>
            <a:srgbClr val="F8F8F8"/>
          </a:solidFill>
          <a:ln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88900" rIns="127000" bIns="88900" rtlCol="0" anchor="ctr"/>
          <a:lstStyle/>
          <a:p>
            <a:pPr algn="ctr">
              <a:defRPr sz="107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do</a:t>
            </a:r>
            <a:br/>
            <a:r>
              <a:rPr>
                <a:latin typeface="Times New Roman"/>
              </a:rPr>
              <a:t>{</a:t>
            </a:r>
            <a:br/>
            <a:r>
              <a:rPr>
                <a:latin typeface="Times New Roman"/>
              </a:rPr>
              <a:t>    display menu;</a:t>
            </a:r>
            <a:br/>
            <a:r>
              <a:rPr>
                <a:latin typeface="Times New Roman"/>
              </a:rPr>
              <a:t>    cin &gt;&gt; choice;</a:t>
            </a:r>
            <a:br/>
            <a:br/>
            <a:r>
              <a:rPr>
                <a:latin typeface="Times New Roman"/>
              </a:rPr>
              <a:t>    switch (choice)</a:t>
            </a:r>
            <a:br/>
            <a:r>
              <a:rPr>
                <a:latin typeface="Times New Roman"/>
              </a:rPr>
              <a:t>    {</a:t>
            </a:r>
            <a:br/>
            <a:r>
              <a:rPr>
                <a:latin typeface="Times New Roman"/>
              </a:rPr>
              <a:t>        case 1: addQuestion(); break;</a:t>
            </a:r>
            <a:br/>
            <a:r>
              <a:rPr>
                <a:latin typeface="Times New Roman"/>
              </a:rPr>
              <a:t>        case 2: viewQuestions(); break;</a:t>
            </a:r>
            <a:br/>
            <a:r>
              <a:rPr>
                <a:latin typeface="Times New Roman"/>
              </a:rPr>
              <a:t>        case 3: playQuiz(); break;</a:t>
            </a:r>
            <a:br/>
            <a:r>
              <a:rPr>
                <a:latin typeface="Times New Roman"/>
              </a:rPr>
              <a:t>        case 4: updateQuestion(); break;</a:t>
            </a:r>
            <a:br/>
            <a:r>
              <a:rPr>
                <a:latin typeface="Times New Roman"/>
              </a:rPr>
              <a:t>        case 5: deleteQuestion(); break;</a:t>
            </a:r>
            <a:br/>
            <a:r>
              <a:rPr>
                <a:latin typeface="Times New Roman"/>
              </a:rPr>
              <a:t>        case 6: sortQuestions(); break;</a:t>
            </a:r>
            <a:br/>
            <a:r>
              <a:rPr>
                <a:latin typeface="Times New Roman"/>
              </a:rPr>
              <a:t>        case 7: playByCategory(); break;</a:t>
            </a:r>
            <a:br/>
            <a:r>
              <a:rPr>
                <a:latin typeface="Times New Roman"/>
              </a:rPr>
              <a:t>        case 8: showHighScore(); break;</a:t>
            </a:r>
            <a:br/>
            <a:r>
              <a:rPr>
                <a:latin typeface="Times New Roman"/>
              </a:rPr>
              <a:t>        case 9: resetHighScore(); break;</a:t>
            </a:r>
            <a:br/>
            <a:r>
              <a:rPr>
                <a:latin typeface="Times New Roman"/>
              </a:rPr>
              <a:t>        case 10: saveToFile(); break;</a:t>
            </a:r>
            <a:br/>
            <a:r>
              <a:rPr>
                <a:latin typeface="Times New Roman"/>
              </a:rPr>
              <a:t>        default: invalid choice;</a:t>
            </a:r>
            <a:br/>
            <a:r>
              <a:rPr>
                <a:latin typeface="Times New Roman"/>
              </a:rPr>
              <a:t>    }</a:t>
            </a:r>
            <a:br/>
            <a:r>
              <a:rPr>
                <a:latin typeface="Times New Roman"/>
              </a:rPr>
              <a:t>}</a:t>
            </a:r>
            <a:br/>
            <a:r>
              <a:rPr>
                <a:latin typeface="Times New Roman"/>
              </a:rPr>
              <a:t>while (choice != 10);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170432"/>
            <a:ext cx="4343400" cy="3657600"/>
          </a:xfrm>
          <a:prstGeom prst="roundRect">
            <a:avLst/>
          </a:prstGeom>
          <a:solidFill>
            <a:srgbClr val="FAFCFD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defRPr sz="14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ACTUAL MENU STRUCTURE</a:t>
            </a:r>
          </a:p>
          <a:p>
            <a:pPr>
              <a:spcBef>
                <a:spcPts val="500"/>
              </a:spcBef>
              <a:defRPr sz="1000">
                <a:solidFill>
                  <a:srgbClr val="1E1E1E"/>
                </a:solidFill>
                <a:latin typeface="Consolas"/>
              </a:defRPr>
            </a:pPr>
            <a:r>
              <a:rPr>
                <a:latin typeface="Times New Roman"/>
              </a:rPr>
              <a:t>1. Add Question</a:t>
            </a:r>
            <a:br/>
            <a:r>
              <a:rPr>
                <a:latin typeface="Times New Roman"/>
              </a:rPr>
              <a:t>2. View All Questions</a:t>
            </a:r>
            <a:br/>
            <a:r>
              <a:rPr>
                <a:latin typeface="Times New Roman"/>
              </a:rPr>
              <a:t>3. Play Quiz</a:t>
            </a:r>
            <a:br/>
            <a:r>
              <a:rPr>
                <a:latin typeface="Times New Roman"/>
              </a:rPr>
              <a:t>4. Update Question</a:t>
            </a:r>
            <a:br/>
            <a:r>
              <a:rPr>
                <a:latin typeface="Times New Roman"/>
              </a:rPr>
              <a:t>5. Delete Question</a:t>
            </a:r>
            <a:br/>
            <a:r>
              <a:rPr>
                <a:latin typeface="Times New Roman"/>
              </a:rPr>
              <a:t>6. Sort Questions by Difficulty</a:t>
            </a:r>
            <a:br/>
            <a:r>
              <a:rPr>
                <a:latin typeface="Times New Roman"/>
              </a:rPr>
              <a:t>7. Play Quiz by Category</a:t>
            </a:r>
            <a:br/>
            <a:r>
              <a:rPr>
                <a:latin typeface="Times New Roman"/>
              </a:rPr>
              <a:t>8. View High Score</a:t>
            </a:r>
            <a:br/>
            <a:r>
              <a:rPr>
                <a:latin typeface="Times New Roman"/>
              </a:rPr>
              <a:t>9. Reset High Score</a:t>
            </a:r>
            <a:br/>
            <a:r>
              <a:rPr>
                <a:latin typeface="Times New Roman"/>
              </a:rPr>
              <a:t>10.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897880"/>
            <a:ext cx="978408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Menu → switch → selected module → output → return to menu</a:t>
            </a:r>
          </a:p>
        </p:txBody>
      </p:sp>
      <p:pic>
        <p:nvPicPr>
          <p:cNvPr id="8" name="Picture 7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Team Contribution — Implementation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777240"/>
            <a:ext cx="667512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Georgia"/>
              </a:defRPr>
            </a:pPr>
            <a:r>
              <a:rPr>
                <a:latin typeface="Times New Roman"/>
              </a:rPr>
              <a:t>Aligned with the Review-1 responsibility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61871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r>
              <a:rPr lang="en-IN" sz="2000" dirty="0" err="1">
                <a:solidFill>
                  <a:srgbClr val="00B050"/>
                </a:solidFill>
                <a:latin typeface="Times New Roman"/>
              </a:rPr>
              <a:t>Bondada</a:t>
            </a:r>
            <a:r>
              <a:rPr lang="en-IN" sz="2000" dirty="0">
                <a:solidFill>
                  <a:srgbClr val="00B050"/>
                </a:solidFill>
                <a:latin typeface="Times New Roman"/>
              </a:rPr>
              <a:t> Rupa Tejaswi</a:t>
            </a:r>
            <a:endParaRPr sz="2000" dirty="0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20440" y="1234440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Delete + Testing</a:t>
            </a:r>
          </a:p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endParaRPr>
              <a:latin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37960" y="1234440"/>
            <a:ext cx="516636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CONTRIBUTION</a:t>
            </a:r>
          </a:p>
          <a:p>
            <a:pPr>
              <a:spcBef>
                <a:spcPts val="900"/>
              </a:spcBef>
              <a:defRPr sz="10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deleteQuestion(), confirmation flow, record removal and test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r>
              <a:rPr lang="en-US" sz="2000" dirty="0" err="1">
                <a:solidFill>
                  <a:srgbClr val="00B050"/>
                </a:solidFill>
                <a:latin typeface="Times New Roman"/>
              </a:rPr>
              <a:t>B.Durga</a:t>
            </a:r>
            <a:r>
              <a:rPr lang="en-US" sz="2000" dirty="0">
                <a:solidFill>
                  <a:srgbClr val="00B050"/>
                </a:solidFill>
                <a:latin typeface="Times New Roman"/>
              </a:rPr>
              <a:t> prasad</a:t>
            </a:r>
            <a:endParaRPr sz="2000" dirty="0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20440" y="2331720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Class / Data Design</a:t>
            </a:r>
          </a:p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endParaRPr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37960" y="2331720"/>
            <a:ext cx="516636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CONTRIBUTION</a:t>
            </a:r>
          </a:p>
          <a:p>
            <a:pPr>
              <a:spcBef>
                <a:spcPts val="900"/>
              </a:spcBef>
              <a:defRPr sz="10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Question structure, QuizGame structure and core data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29000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r>
              <a:rPr lang="en-US" sz="2000" dirty="0" err="1">
                <a:solidFill>
                  <a:srgbClr val="00B050"/>
                </a:solidFill>
                <a:latin typeface="Times New Roman"/>
              </a:rPr>
              <a:t>Ch.Pavan</a:t>
            </a:r>
            <a:endParaRPr sz="2000" dirty="0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20440" y="3429000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Add + Display</a:t>
            </a:r>
          </a:p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endParaRPr>
              <a:latin typeface="Times New Roma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37960" y="3429000"/>
            <a:ext cx="516636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CONTRIBUTION</a:t>
            </a:r>
          </a:p>
          <a:p>
            <a:pPr>
              <a:spcBef>
                <a:spcPts val="900"/>
              </a:spcBef>
              <a:defRPr sz="105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addQuestion(), input handling, record creation and viewQuestions().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526279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r>
              <a:rPr lang="en-IN" sz="2000" dirty="0" err="1">
                <a:solidFill>
                  <a:srgbClr val="00B050"/>
                </a:solidFill>
                <a:latin typeface="Times New Roman"/>
              </a:rPr>
              <a:t>Ch.Lahari</a:t>
            </a:r>
            <a:endParaRPr sz="2000" dirty="0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20440" y="4526279"/>
            <a:ext cx="283464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Play Quiz + Update</a:t>
            </a:r>
          </a:p>
          <a:p>
            <a:pPr>
              <a:spcBef>
                <a:spcPts val="900"/>
              </a:spcBef>
              <a:defRPr sz="1000">
                <a:solidFill>
                  <a:srgbClr val="1E1E1E"/>
                </a:solidFill>
                <a:latin typeface="Georgia"/>
              </a:defRPr>
            </a:pPr>
            <a:endParaRPr>
              <a:latin typeface="Times New Roman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37960" y="4526279"/>
            <a:ext cx="5166360" cy="841248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 dirty="0">
                <a:solidFill>
                  <a:srgbClr val="00B050"/>
                </a:solidFill>
                <a:latin typeface="Times New Roman"/>
              </a:rPr>
              <a:t>CONTRIBUTION</a:t>
            </a:r>
          </a:p>
          <a:p>
            <a:pPr>
              <a:spcBef>
                <a:spcPts val="900"/>
              </a:spcBef>
              <a:defRPr sz="1050">
                <a:solidFill>
                  <a:srgbClr val="1E1E1E"/>
                </a:solidFill>
                <a:latin typeface="Georgia"/>
              </a:defRPr>
            </a:pPr>
            <a:r>
              <a:rPr dirty="0" err="1">
                <a:latin typeface="Times New Roman"/>
              </a:rPr>
              <a:t>playQuiz</a:t>
            </a:r>
            <a:r>
              <a:rPr dirty="0">
                <a:latin typeface="Times New Roman"/>
              </a:rPr>
              <a:t>(), </a:t>
            </a:r>
            <a:r>
              <a:rPr dirty="0" err="1">
                <a:latin typeface="Times New Roman"/>
              </a:rPr>
              <a:t>updateQuestion</a:t>
            </a:r>
            <a:r>
              <a:rPr dirty="0">
                <a:latin typeface="Times New Roman"/>
              </a:rPr>
              <a:t>() and explanation of scoring/modification logic.</a:t>
            </a:r>
          </a:p>
        </p:txBody>
      </p:sp>
      <p:pic>
        <p:nvPicPr>
          <p:cNvPr id="19" name="Picture 18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Individual Contribution — Chowdary Yashwanth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83280" cy="16459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PLAY QUIZ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Asks every question and checks the chosen option.</a:t>
            </a:r>
            <a:br/>
            <a:r>
              <a:rPr>
                <a:latin typeface="Times New Roman"/>
              </a:rPr>
              <a:t>Uses checkAnswer() and a score counter.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234440"/>
            <a:ext cx="3383280" cy="16459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UPDATE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Locates a question using Question ID and calls the Question::update() member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9016" y="1234440"/>
            <a:ext cx="3383280" cy="164592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FF6600"/>
                </a:solidFill>
                <a:latin typeface="Georgia"/>
              </a:defRPr>
            </a:pPr>
            <a:r>
              <a:rPr>
                <a:latin typeface="Times New Roman"/>
              </a:rPr>
              <a:t>EXPLAIN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Can demonstrate input → lookup → condition → score / modification → save →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3657600" cy="3200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WHAT TO SAY IN THE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10149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“I worked mainly on the Play Quiz and Update modules.”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“Play Quiz shows each question and checks the chosen option.”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“Update first identifies the question by ID, then updates the selected details.”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• “After modification, saveToFile() keeps the updated data persistent.”</a:t>
            </a:r>
          </a:p>
        </p:txBody>
      </p:sp>
      <p:pic>
        <p:nvPicPr>
          <p:cNvPr id="11" name="Picture 10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828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Conclusion — Review-2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83280" cy="182880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6969"/>
                </a:solidFill>
                <a:latin typeface="Georgia"/>
              </a:defRPr>
            </a:pPr>
            <a:r>
              <a:rPr>
                <a:latin typeface="Times New Roman"/>
              </a:rPr>
              <a:t>FUNCTIONAL SYSTEM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The Quiz Game now contains multiple working modules beyond the basic CRUD flow: quiz play, sorting, category mode and high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234440"/>
            <a:ext cx="3383280" cy="182880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0055AA"/>
                </a:solidFill>
                <a:latin typeface="Georgia"/>
              </a:defRPr>
            </a:pPr>
            <a:r>
              <a:rPr>
                <a:latin typeface="Times New Roman"/>
              </a:rPr>
              <a:t>OOP + C++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The implementation demonstrates classes, objects, constructors, encapsulation, STL, algorithms, loops, conditions and file 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9016" y="1234440"/>
            <a:ext cx="3383280" cy="1828800"/>
          </a:xfrm>
          <a:prstGeom prst="roundRect">
            <a:avLst/>
          </a:prstGeom>
          <a:solidFill>
            <a:srgbClr val="F5F8FA"/>
          </a:solidFill>
          <a:ln w="1397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/>
          <a:lstStyle/>
          <a:p>
            <a:pPr algn="ctr">
              <a:defRPr sz="1700" b="1">
                <a:solidFill>
                  <a:srgbClr val="2D7D46"/>
                </a:solidFill>
                <a:latin typeface="Georgia"/>
              </a:defRPr>
            </a:pPr>
            <a:r>
              <a:rPr>
                <a:latin typeface="Times New Roman"/>
              </a:rPr>
              <a:t>IMPLEMENTATION PROGRESS</a:t>
            </a:r>
          </a:p>
          <a:p>
            <a:pPr>
              <a:spcBef>
                <a:spcPts val="900"/>
              </a:spcBef>
              <a:defRPr sz="1400">
                <a:solidFill>
                  <a:srgbClr val="1E1E1E"/>
                </a:solidFill>
                <a:latin typeface="Georgia"/>
              </a:defRPr>
            </a:pPr>
            <a:r>
              <a:rPr>
                <a:latin typeface="Times New Roman"/>
              </a:rPr>
              <a:t>The code is modular, persistent and connected through a menu-driven main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613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000" b="1">
                <a:solidFill>
                  <a:srgbClr val="E10000"/>
                </a:solidFill>
                <a:latin typeface="Georgia"/>
              </a:defRPr>
            </a:pPr>
            <a:r>
              <a:rPr>
                <a:latin typeface="Times New Roman"/>
              </a:rPr>
              <a:t>DEMONSTRATE  →  EXPLAIN CODE  →  SHOW OUTPUT  →  EXPLAIN CONCEPT  →  SHOW CONTRIBUTION</a:t>
            </a:r>
          </a:p>
        </p:txBody>
      </p:sp>
      <p:pic>
        <p:nvPicPr>
          <p:cNvPr id="11" name="Picture 10" descr="a994e840-56a6-4314-9494-b6d447a9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152"/>
            <a:ext cx="1874519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4A3EF-A6C2-9CD9-0A51-894B89DDB52B}"/>
              </a:ext>
            </a:extLst>
          </p:cNvPr>
          <p:cNvSpPr txBox="1"/>
          <p:nvPr/>
        </p:nvSpPr>
        <p:spPr>
          <a:xfrm>
            <a:off x="3136491" y="265955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969"/>
                </a:solidFill>
                <a:latin typeface="Georgia"/>
              </a:defRPr>
            </a:pPr>
            <a:r>
              <a:rPr lang="en-IN" sz="4400">
                <a:latin typeface="Times New Roman"/>
              </a:rPr>
              <a:t>THANK YOU…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5C131-6CD2-5CA3-8606-1EF620C01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4" y="253444"/>
            <a:ext cx="159089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5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2141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Durga Prasad</dc:creator>
  <cp:keywords/>
  <dc:description>generated using python-pptx</dc:description>
  <cp:lastModifiedBy>Durga Prasad</cp:lastModifiedBy>
  <cp:revision>2</cp:revision>
  <dcterms:created xsi:type="dcterms:W3CDTF">2013-01-27T09:14:16Z</dcterms:created>
  <dcterms:modified xsi:type="dcterms:W3CDTF">2026-09-30T09:01:35Z</dcterms:modified>
  <cp:category/>
</cp:coreProperties>
</file>